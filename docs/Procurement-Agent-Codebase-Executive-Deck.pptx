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3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ptos Display"/>
              </a:defRPr>
            </a:pPr>
            <a:r>
              <a:t>Procurement Agent</a:t>
            </a:r>
            <a:br/>
            <a:r>
              <a:t>Codebase Executive Review</a:t>
            </a:r>
          </a:p>
          <a:p>
            <a:pPr>
              <a:defRPr sz="1800">
                <a:solidFill>
                  <a:srgbClr val="D7E4F5"/>
                </a:solidFill>
                <a:latin typeface="Aptos"/>
              </a:defRPr>
            </a:pPr>
            <a:r>
              <a:t>Repository-wide presentation based on implementation, tests, specs, and controls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Capstone Team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Full-codebase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374252"/>
                </a:solidFill>
                <a:latin typeface="Aptos"/>
              </a:defRPr>
            </a:pPr>
            <a:r>
              <a:t>1. Business mission and project scope</a:t>
            </a:r>
          </a:p>
          <a:p>
            <a:pPr>
              <a:spcAft>
                <a:spcPts val="1000"/>
              </a:spcAft>
              <a:defRPr sz="2400">
                <a:solidFill>
                  <a:srgbClr val="374252"/>
                </a:solidFill>
                <a:latin typeface="Aptos"/>
              </a:defRPr>
            </a:pPr>
            <a:r>
              <a:t>2. Architecture and deterministic decision engine</a:t>
            </a:r>
          </a:p>
          <a:p>
            <a:pPr>
              <a:spcAft>
                <a:spcPts val="1000"/>
              </a:spcAft>
              <a:defRPr sz="2400">
                <a:solidFill>
                  <a:srgbClr val="374252"/>
                </a:solidFill>
                <a:latin typeface="Aptos"/>
              </a:defRPr>
            </a:pPr>
            <a:r>
              <a:t>3. Tooling layer, data loading, and model contracts</a:t>
            </a:r>
          </a:p>
          <a:p>
            <a:pPr>
              <a:spcAft>
                <a:spcPts val="1000"/>
              </a:spcAft>
              <a:defRPr sz="2400">
                <a:solidFill>
                  <a:srgbClr val="374252"/>
                </a:solidFill>
                <a:latin typeface="Aptos"/>
              </a:defRPr>
            </a:pPr>
            <a:r>
              <a:t>4. Test evidence and quality posture</a:t>
            </a:r>
          </a:p>
          <a:p>
            <a:pPr>
              <a:spcAft>
                <a:spcPts val="1000"/>
              </a:spcAft>
              <a:defRPr sz="2400">
                <a:solidFill>
                  <a:srgbClr val="374252"/>
                </a:solidFill>
                <a:latin typeface="Aptos"/>
              </a:defRPr>
            </a:pPr>
            <a:r>
              <a:t>5. RAPID and OpenSpec compliance status</a:t>
            </a:r>
          </a:p>
          <a:p>
            <a:pPr>
              <a:spcAft>
                <a:spcPts val="1000"/>
              </a:spcAft>
              <a:defRPr sz="2400">
                <a:solidFill>
                  <a:srgbClr val="374252"/>
                </a:solidFill>
                <a:latin typeface="Aptos"/>
              </a:defRPr>
            </a:pPr>
            <a:r>
              <a:t>6. Risks, gaps, and next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Why this repository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74252"/>
                </a:solidFill>
                <a:latin typeface="Aptos"/>
              </a:defRPr>
            </a:pPr>
            <a:r>
              <a:t>Pre-screen procurement requests with consistent advisory outcomes: approve, deny, or escalate.</a:t>
            </a:r>
          </a:p>
          <a:p>
            <a:pPr>
              <a:spcAft>
                <a:spcPts val="1000"/>
              </a:spcAft>
              <a:defRPr sz="2200">
                <a:solidFill>
                  <a:srgbClr val="374252"/>
                </a:solidFill>
                <a:latin typeface="Aptos"/>
              </a:defRPr>
            </a:pPr>
            <a:r>
              <a:t>Return a structured recommendation with non-empty rationale for procurement officers.</a:t>
            </a:r>
          </a:p>
          <a:p>
            <a:pPr>
              <a:spcAft>
                <a:spcPts val="1000"/>
              </a:spcAft>
              <a:defRPr sz="2200">
                <a:solidFill>
                  <a:srgbClr val="374252"/>
                </a:solidFill>
                <a:latin typeface="Aptos"/>
              </a:defRPr>
            </a:pPr>
            <a:r>
              <a:t>Reduce analyst load on routine requests while preserving human final authority.</a:t>
            </a:r>
          </a:p>
          <a:p>
            <a:pPr>
              <a:spcAft>
                <a:spcPts val="1000"/>
              </a:spcAft>
              <a:defRPr sz="2200">
                <a:solidFill>
                  <a:srgbClr val="374252"/>
                </a:solidFill>
                <a:latin typeface="Aptos"/>
              </a:defRPr>
            </a:pPr>
            <a:r>
              <a:t>Scope includes model contracts, four policy/risk tools, agent wiring, and governance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Core modules and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66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447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46"/>
                </a:solidFill>
                <a:latin typeface="Aptos Display"/>
              </a:defRPr>
            </a:pPr>
            <a:r>
              <a:t>Core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agent.py: deterministic recommendation engine + optional Pydantic AI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models.py: PurchaseRequest, ProcurementRecommendation, RequestorEmailDraft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39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run_all_requests.py: full fixture execution in rules and llm modes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166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447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46"/>
                </a:solidFill>
                <a:latin typeface="Aptos Display"/>
              </a:defRPr>
            </a:pPr>
            <a:r>
              <a:t>Data and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82880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data/loader.py: central data access with SQLite cache/rebuild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6032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tools/: budget, vendor duplication, policy compliance, and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291839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wrapper tool modules preserve compatibility with legacy import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Deterministic precedence and escalation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646"/>
                </a:solidFill>
                <a:latin typeface="Aptos Display"/>
              </a:defRPr>
            </a:pPr>
            <a:r>
              <a:t>Priority Rule: Escalate overrides Deny; Deny overrides Approve.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Escalate signals include policy-forced escalation, critical risk, near-threshold spending, and tool errors.</a:t>
            </a:r>
          </a:p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Deny signals include budget overage, prohibited policies, expired contracts, and high-value duplication cases.</a:t>
            </a:r>
          </a:p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Tight-budget safeguard escalates when post-purchase remaining budget drops below 20 percent.</a:t>
            </a:r>
          </a:p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Confidence score is bounded and reduced for error-marked recommendation paths.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Tooling Layer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Behavior, contracts, and error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1783080"/>
            <a:ext cx="2340864" cy="3108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Budget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12848"/>
            <a:ext cx="2304288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Input: cost center + amount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Output: within budget, remaining, overage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Errors: structured payloads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5448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3048" y="1783080"/>
            <a:ext cx="2340864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8105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Vendor 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2212848"/>
            <a:ext cx="2304288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Input: vendor + category + amount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Output: conflict IDs and policy threshold context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Errors: structured payloads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55448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7" y="1783080"/>
            <a:ext cx="2340864" cy="31089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18105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Policy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2212848"/>
            <a:ext cx="2304288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Input: purchase request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Output: policy violations with forced decisions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Checks: POL-001 to POL-008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55448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73768" y="1783080"/>
            <a:ext cx="2340864" cy="310896"/>
          </a:xfrm>
          <a:prstGeom prst="rect">
            <a:avLst/>
          </a:prstGeom>
          <a:solidFill>
            <a:srgbClr val="3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810512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Risk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2212848"/>
            <a:ext cx="2304288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Input: vendor ID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Output: compliance flag, contract status, risk level</a:t>
            </a:r>
          </a:p>
          <a:p>
            <a:pPr>
              <a:spcAft>
                <a:spcPts val="500"/>
              </a:spcAft>
              <a:defRPr sz="1300">
                <a:solidFill>
                  <a:srgbClr val="374252"/>
                </a:solidFill>
                <a:latin typeface="Aptos"/>
              </a:defRPr>
            </a:pPr>
            <a:r>
              <a:t>Unknown vendor -&gt; conservative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+ Model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Strong typing and centralized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Pydantic models validate non-empty strings, positive numerics, and decision literals.</a:t>
            </a:r>
          </a:p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Recommendation output contract includes decision, rationale, and confidence bounds.</a:t>
            </a:r>
          </a:p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Data access is centralized in data/loader.py and backed by a local SQLite cache.</a:t>
            </a:r>
          </a:p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Loader rebuilds cache when source mock-data files change, keeping fixtures current.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Testing and Quality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Current regression and behavior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74903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E7D32"/>
                </a:solidFill>
                <a:latin typeface="Aptos Display"/>
              </a:defRPr>
            </a:pPr>
            <a:r>
              <a:t>47 / 47</a:t>
            </a:r>
          </a:p>
          <a:p>
            <a:pPr>
              <a:defRPr sz="1600">
                <a:solidFill>
                  <a:srgbClr val="374252"/>
                </a:solidFill>
                <a:latin typeface="Aptos"/>
              </a:defRPr>
            </a:pPr>
            <a:r>
              <a:t>tests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No failures, errors, or skips in the latest recorded XML test artifact.</a:t>
            </a:r>
          </a:p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Coverage includes agent outcomes, tool unit behavior, error handling, and streaming flows.</a:t>
            </a:r>
          </a:p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Deterministic cases validate approve, deny, policy-deny, and escalate outcomes.</a:t>
            </a:r>
          </a:p>
          <a:p>
            <a:pPr>
              <a:spcAft>
                <a:spcPts val="1000"/>
              </a:spcAft>
              <a:defRPr sz="1800">
                <a:solidFill>
                  <a:srgbClr val="374252"/>
                </a:solidFill>
                <a:latin typeface="Aptos"/>
              </a:defRPr>
            </a:pPr>
            <a:r>
              <a:t>Error path tests verify failures are surfaced in rationale instead of causing crashes.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REQ-015 Ambiguity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Conservative governance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REQ-015 is intentionally ambiguous in fixture expectations and documented as such.</a:t>
            </a:r>
          </a:p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Current implementation resolves this case as escalate using tight-budget governance logic.</a:t>
            </a:r>
          </a:p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Decision rationale is captured in repository documentation for auditability.</a:t>
            </a:r>
          </a:p>
          <a:p>
            <a:pPr>
              <a:spcAft>
                <a:spcPts val="1000"/>
              </a:spcAft>
              <a:defRPr sz="2100">
                <a:solidFill>
                  <a:srgbClr val="374252"/>
                </a:solidFill>
                <a:latin typeface="Aptos"/>
              </a:defRPr>
            </a:pPr>
            <a:r>
              <a:t>Go/No-Go checklist tracks this as a known, non-blocking discrepancy.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RAPID and OpenSpec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Process controls and artifact completeness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66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447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46"/>
                </a:solidFill>
                <a:latin typeface="Aptos Display"/>
              </a:defRPr>
            </a:pPr>
            <a:r>
              <a:t>RAPID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Peer review report completed with findings and disposition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Go/No-Go checklist completed with decision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39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JUnit XML evidence file committed for test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59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Backout plan present with baseline hash and contacts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166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46"/>
                </a:solidFill>
                <a:latin typeface="Aptos Display"/>
              </a:defRPr>
            </a:pPr>
            <a:r>
              <a:t>OpenSpec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Change folder includes proposal, design, tasks, and capability specs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56032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Validation status reported as passing in project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291839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Traceability document exists for sample request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023359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252"/>
                </a:solidFill>
                <a:latin typeface="Aptos"/>
              </a:defRPr>
            </a:pPr>
            <a:r>
              <a:t>• Task-checklist consistency should be reconciled for audit 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7E4F5"/>
                </a:solidFill>
                <a:latin typeface="Aptos"/>
              </a:defRPr>
            </a:pPr>
            <a:r>
              <a:t>Observed cross-artifact inconsistencies and technical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545336"/>
            <a:ext cx="2468880" cy="5120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0934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Documentation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8191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252"/>
                </a:solidFill>
                <a:latin typeface="Aptos"/>
              </a:defRPr>
            </a:pPr>
            <a:r>
              <a:t>README test count differs from latest XML evidence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2779776"/>
            <a:ext cx="2468880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4378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Spec-Code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1635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252"/>
                </a:solidFill>
                <a:latin typeface="Aptos"/>
              </a:defRPr>
            </a:pPr>
            <a:r>
              <a:t>Some OpenSpec output contracts differ from current tool payload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014216"/>
            <a:ext cx="2468880" cy="5120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07822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Runner Robustness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5079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252"/>
                </a:solidFill>
                <a:latin typeface="Aptos"/>
              </a:defRPr>
            </a:pPr>
            <a:r>
              <a:t>LLM/stream mismatch branch in batch runner shows potential undefined result reference.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2920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5248656"/>
            <a:ext cx="2468880" cy="512064"/>
          </a:xfrm>
          <a:prstGeom prst="rect">
            <a:avLst/>
          </a:prstGeom>
          <a:solidFill>
            <a:srgbClr val="3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31266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Process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28523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252"/>
                </a:solidFill>
                <a:latin typeface="Aptos"/>
              </a:defRPr>
            </a:pPr>
            <a:r>
              <a:t>OpenSpec tasks checklist and checklist confirmations should be synchronized.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37376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8788F"/>
                </a:solidFill>
                <a:latin typeface="Aptos"/>
              </a:defRPr>
            </a:pPr>
            <a:r>
              <a:t>FedEx Capstone | Procurement Intelligence Agent | 2026-06-25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ptos Display"/>
              </a:defRPr>
            </a:pPr>
            <a:r>
              <a:t>Executive Summary</a:t>
            </a:r>
          </a:p>
          <a:p>
            <a:pPr>
              <a:defRPr sz="2300">
                <a:solidFill>
                  <a:srgbClr val="D7E4F5"/>
                </a:solidFill>
                <a:latin typeface="Aptos"/>
              </a:defRPr>
            </a:pPr>
            <a:r>
              <a:t>Functionally complete advisory agent with strong test and control evidence.</a:t>
            </a:r>
          </a:p>
          <a:p>
            <a:pPr>
              <a:defRPr sz="1900">
                <a:solidFill>
                  <a:srgbClr val="FFFFFF"/>
                </a:solidFill>
                <a:latin typeface="Aptos"/>
              </a:defRPr>
            </a:pPr>
            <a:r>
              <a:t>Recommended next step: resolve evidence inconsistencies and lock final showcase narrative.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